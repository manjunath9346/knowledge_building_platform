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2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55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91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33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8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68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21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682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19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4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92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4981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19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832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534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989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53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638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3026" y="2253058"/>
            <a:ext cx="6620968" cy="1215271"/>
          </a:xfrm>
        </p:spPr>
        <p:txBody>
          <a:bodyPr/>
          <a:lstStyle/>
          <a:p>
            <a:r>
              <a:rPr sz="2800" b="1" dirty="0"/>
              <a:t>Generative AI</a:t>
            </a:r>
            <a:r>
              <a:rPr lang="en-IN" sz="2800" b="1" dirty="0"/>
              <a:t> </a:t>
            </a:r>
            <a:r>
              <a:rPr sz="2800" b="1" dirty="0"/>
              <a:t>Large Language Models (LLMs) Beyond Chatbots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9549" y="4318945"/>
            <a:ext cx="3495368" cy="1752600"/>
          </a:xfrm>
        </p:spPr>
        <p:txBody>
          <a:bodyPr>
            <a:normAutofit/>
          </a:bodyPr>
          <a:lstStyle/>
          <a:p>
            <a:r>
              <a:rPr dirty="0"/>
              <a:t>Advanced IT Seminar</a:t>
            </a:r>
          </a:p>
          <a:p>
            <a:endParaRPr dirty="0"/>
          </a:p>
          <a:p>
            <a:r>
              <a:rPr dirty="0"/>
              <a:t>By: [</a:t>
            </a:r>
            <a:r>
              <a:rPr lang="en-IN" dirty="0"/>
              <a:t>NARENDRA</a:t>
            </a:r>
            <a:r>
              <a:rPr dirty="0"/>
              <a:t>]</a:t>
            </a:r>
          </a:p>
          <a:p>
            <a:r>
              <a:rPr dirty="0"/>
              <a:t>MCA Seminar 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AA6F6-46F1-F152-0E39-4C7892B81A4C}"/>
              </a:ext>
            </a:extLst>
          </p:cNvPr>
          <p:cNvSpPr txBox="1"/>
          <p:nvPr/>
        </p:nvSpPr>
        <p:spPr>
          <a:xfrm>
            <a:off x="1696065" y="120037"/>
            <a:ext cx="6435212" cy="1549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1867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MADANAPALLE INSTITUTE  OF TECHNOLOGY &amp; SCIENCE (MITS)</a:t>
            </a:r>
          </a:p>
          <a:p>
            <a:pPr lvl="1" algn="ctr">
              <a:spcBef>
                <a:spcPts val="1200"/>
              </a:spcBef>
            </a:pPr>
            <a:r>
              <a:rPr lang="en-GB" sz="1867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(UGC-Autonomous Institution)</a:t>
            </a:r>
          </a:p>
          <a:p>
            <a:pPr lvl="1" algn="ctr">
              <a:spcBef>
                <a:spcPts val="1200"/>
              </a:spcBef>
            </a:pPr>
            <a:r>
              <a:rPr lang="en-US" sz="1867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Applications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69D3-4FBA-F1EF-EEEF-0BCA3A22ABA5}"/>
              </a:ext>
            </a:extLst>
          </p:cNvPr>
          <p:cNvSpPr txBox="1"/>
          <p:nvPr/>
        </p:nvSpPr>
        <p:spPr>
          <a:xfrm>
            <a:off x="3505200" y="4318945"/>
            <a:ext cx="5161934" cy="177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Under the Faculty of</a:t>
            </a:r>
          </a:p>
          <a:p>
            <a:pPr algn="ctr"/>
            <a:r>
              <a:rPr lang="en-I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R. Mallikarjuna M. Tech</a:t>
            </a:r>
            <a:endParaRPr lang="en-IN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ctr"/>
            <a:r>
              <a:rPr lang="en-US" sz="186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Assistant Professor</a:t>
            </a:r>
            <a:r>
              <a:rPr lang="en-IN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Generative AI refers to systems capable of creating new content — text, images, music, or code — </a:t>
            </a:r>
          </a:p>
          <a:p>
            <a:r>
              <a:t>by learning from large datasets. It uses deep learning techniques, especially Large Language Models (LLMs),</a:t>
            </a:r>
          </a:p>
          <a:p>
            <a:r>
              <a:t>to understand and generate human-like data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are Large Language Models (LLMs)?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are deep neural networks trained on massive text corpora to understand, summarize, translate, </a:t>
            </a:r>
          </a:p>
          <a:p>
            <a:r>
              <a:t>and generate human-like text. Examples include GPT-4, PaLM, LLaMA, and Gemini.</a:t>
            </a:r>
          </a:p>
          <a:p>
            <a:endParaRPr/>
          </a:p>
          <a:p>
            <a:r>
              <a:t>They use transformer architectures for contextual learning and prediction.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LLMs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1. Data Collection – LLMs are trained on billions of text samples.</a:t>
            </a:r>
          </a:p>
          <a:p>
            <a:endParaRPr/>
          </a:p>
          <a:p>
            <a:r>
              <a:t>2. Tokenization – Text is converted into smaller units called tokens.</a:t>
            </a:r>
          </a:p>
          <a:p>
            <a:endParaRPr/>
          </a:p>
          <a:p>
            <a:r>
              <a:t>3. Training – The model predicts the next word using self-attention mechanisms.</a:t>
            </a:r>
          </a:p>
          <a:p>
            <a:endParaRPr/>
          </a:p>
          <a:p>
            <a:r>
              <a:t>4. Fine-tuning – Models are adapted for specific domains like healthcare or law.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LLMs Beyond Chatbots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LLMs have applications far beyond chatbots:</a:t>
            </a:r>
          </a:p>
          <a:p>
            <a:endParaRPr/>
          </a:p>
          <a:p>
            <a:r>
              <a:t>• Code Generation (e.g., GitHub Copilot)</a:t>
            </a:r>
          </a:p>
          <a:p>
            <a:endParaRPr/>
          </a:p>
          <a:p>
            <a:r>
              <a:t>• Content Creation – Blogs, scripts, articles</a:t>
            </a:r>
          </a:p>
          <a:p>
            <a:endParaRPr/>
          </a:p>
          <a:p>
            <a:r>
              <a:t>• Research Assistance – Summarizing papers</a:t>
            </a:r>
          </a:p>
          <a:p>
            <a:endParaRPr/>
          </a:p>
          <a:p>
            <a:r>
              <a:t>• Education – AI tutoring and personalized learning</a:t>
            </a:r>
          </a:p>
          <a:p>
            <a:endParaRPr/>
          </a:p>
          <a:p>
            <a:r>
              <a:t>• Healthcare – Clinical data summarization</a:t>
            </a:r>
          </a:p>
          <a:p>
            <a:endParaRPr/>
          </a:p>
          <a:p>
            <a:r>
              <a:t>• Legal &amp; Finance – Document automation and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Generative AI in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Media &amp; Entertainment – Script writing, music, video creation</a:t>
            </a:r>
          </a:p>
          <a:p>
            <a:endParaRPr/>
          </a:p>
          <a:p>
            <a:r>
              <a:t>• Gaming – Procedural content generation</a:t>
            </a:r>
          </a:p>
          <a:p>
            <a:endParaRPr/>
          </a:p>
          <a:p>
            <a:r>
              <a:t>• Fashion – AI-generated designs</a:t>
            </a:r>
          </a:p>
          <a:p>
            <a:endParaRPr/>
          </a:p>
          <a:p>
            <a:r>
              <a:t>• Architecture – Concept visualization</a:t>
            </a:r>
          </a:p>
          <a:p>
            <a:endParaRPr/>
          </a:p>
          <a:p>
            <a:r>
              <a:t>• Marketing – Automated ad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Increased productivity and creativity</a:t>
            </a:r>
          </a:p>
          <a:p>
            <a:endParaRPr/>
          </a:p>
          <a:p>
            <a:r>
              <a:t>• Cost reduction in content creation</a:t>
            </a:r>
          </a:p>
          <a:p>
            <a:endParaRPr/>
          </a:p>
          <a:p>
            <a:r>
              <a:t>• Faster research and prototyping</a:t>
            </a:r>
          </a:p>
          <a:p>
            <a:endParaRPr/>
          </a:p>
          <a:p>
            <a:r>
              <a:t>• Enhanced accessibility and communication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Hallucination – Generating inaccurate information</a:t>
            </a:r>
          </a:p>
          <a:p>
            <a:endParaRPr/>
          </a:p>
          <a:p>
            <a:r>
              <a:t>• Ethical and bias issues</a:t>
            </a:r>
          </a:p>
          <a:p>
            <a:endParaRPr/>
          </a:p>
          <a:p>
            <a:r>
              <a:t>• High computational and energy costs</a:t>
            </a:r>
          </a:p>
          <a:p>
            <a:endParaRPr/>
          </a:p>
          <a:p>
            <a:r>
              <a:t>• Data privacy and copyright concerns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next generation of LLMs will integrate with multimodal systems (text, image, video),</a:t>
            </a:r>
          </a:p>
          <a:p>
            <a:r>
              <a:t>enabling real-time interaction and creativity. They will transform industries like education, healthcare, and entertainment.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Generative AI and Large Language Models are redefining the boundaries of technology.</a:t>
            </a:r>
          </a:p>
          <a:p>
            <a:r>
              <a:t>Beyond chatbots, they empower automation, creativity, and human-like interaction in every field.</a:t>
            </a:r>
          </a:p>
          <a:p>
            <a:r>
              <a:t>The challenge is to use them responsibly and ethically.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OpenAI – GPT-4 Technical Report</a:t>
            </a:r>
          </a:p>
          <a:p>
            <a:r>
              <a:t>2. Google DeepMind Research</a:t>
            </a:r>
          </a:p>
          <a:p>
            <a:r>
              <a:t>3. Stanford AI Lab Publications</a:t>
            </a:r>
          </a:p>
          <a:p>
            <a:r>
              <a:t>4. IBM AI Ethics Framework</a:t>
            </a:r>
          </a:p>
          <a:p>
            <a:r>
              <a:t>5. arXiv.org – Generative AI Studies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476</Words>
  <Application>Microsoft Office PowerPoint</Application>
  <PresentationFormat>On-screen Show (4:3)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Century Gothic</vt:lpstr>
      <vt:lpstr>Times New Roman</vt:lpstr>
      <vt:lpstr>Wingdings 3</vt:lpstr>
      <vt:lpstr>Ion</vt:lpstr>
      <vt:lpstr>Generative AI Large Language Models (LLMs) Beyond Chatbots</vt:lpstr>
      <vt:lpstr>Introduction to Generative AI</vt:lpstr>
      <vt:lpstr>What are Large Language Models (LLMs)?</vt:lpstr>
      <vt:lpstr>How LLMs Work</vt:lpstr>
      <vt:lpstr>LLMs Beyond Chatbots</vt:lpstr>
      <vt:lpstr>Generative AI in Industry</vt:lpstr>
      <vt:lpstr>Benefits of LLMs</vt:lpstr>
      <vt:lpstr>Challenges and Limitations</vt:lpstr>
      <vt:lpstr>Future of Generative AI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Manjunath Shankarapu</dc:creator>
  <cp:keywords/>
  <dc:description>generated using python-pptx</dc:description>
  <cp:lastModifiedBy>Manjunath Shankarapu</cp:lastModifiedBy>
  <cp:revision>2</cp:revision>
  <dcterms:created xsi:type="dcterms:W3CDTF">2013-01-27T09:14:16Z</dcterms:created>
  <dcterms:modified xsi:type="dcterms:W3CDTF">2025-10-08T03:51:37Z</dcterms:modified>
  <cp:category/>
</cp:coreProperties>
</file>